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9"/>
  </p:notesMasterIdLst>
  <p:sldIdLst>
    <p:sldId id="256" r:id="rId2"/>
    <p:sldId id="284" r:id="rId3"/>
    <p:sldId id="290" r:id="rId4"/>
    <p:sldId id="291" r:id="rId5"/>
    <p:sldId id="292" r:id="rId6"/>
    <p:sldId id="293" r:id="rId7"/>
    <p:sldId id="271" r:id="rId8"/>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78" autoAdjust="0"/>
    <p:restoredTop sz="94660"/>
  </p:normalViewPr>
  <p:slideViewPr>
    <p:cSldViewPr snapToGrid="0">
      <p:cViewPr varScale="1">
        <p:scale>
          <a:sx n="71" d="100"/>
          <a:sy n="71" d="100"/>
        </p:scale>
        <p:origin x="708"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a:extLst>
            <a:ext uri="{FF2B5EF4-FFF2-40B4-BE49-F238E27FC236}">
              <a16:creationId xmlns:a16="http://schemas.microsoft.com/office/drawing/2014/main" id="{BC971ACD-0217-9F0F-FBDC-88E59D8A2CC5}"/>
            </a:ext>
          </a:extLst>
        </p:cNvPr>
        <p:cNvGrpSpPr/>
        <p:nvPr/>
      </p:nvGrpSpPr>
      <p:grpSpPr>
        <a:xfrm>
          <a:off x="0" y="0"/>
          <a:ext cx="0" cy="0"/>
          <a:chOff x="0" y="0"/>
          <a:chExt cx="0" cy="0"/>
        </a:xfrm>
      </p:grpSpPr>
      <p:sp>
        <p:nvSpPr>
          <p:cNvPr id="39" name="Google Shape;39;p1:notes">
            <a:extLst>
              <a:ext uri="{FF2B5EF4-FFF2-40B4-BE49-F238E27FC236}">
                <a16:creationId xmlns:a16="http://schemas.microsoft.com/office/drawing/2014/main" id="{067A9E9E-852A-48F7-5028-33188F3053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a:extLst>
              <a:ext uri="{FF2B5EF4-FFF2-40B4-BE49-F238E27FC236}">
                <a16:creationId xmlns:a16="http://schemas.microsoft.com/office/drawing/2014/main" id="{6ED40645-ECDA-CED8-F68E-DBDEABDF90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93158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a:extLst>
            <a:ext uri="{FF2B5EF4-FFF2-40B4-BE49-F238E27FC236}">
              <a16:creationId xmlns:a16="http://schemas.microsoft.com/office/drawing/2014/main" id="{E097A9DA-D4CF-0112-1AC1-E611FE60DF55}"/>
            </a:ext>
          </a:extLst>
        </p:cNvPr>
        <p:cNvGrpSpPr/>
        <p:nvPr/>
      </p:nvGrpSpPr>
      <p:grpSpPr>
        <a:xfrm>
          <a:off x="0" y="0"/>
          <a:ext cx="0" cy="0"/>
          <a:chOff x="0" y="0"/>
          <a:chExt cx="0" cy="0"/>
        </a:xfrm>
      </p:grpSpPr>
      <p:sp>
        <p:nvSpPr>
          <p:cNvPr id="39" name="Google Shape;39;p1:notes">
            <a:extLst>
              <a:ext uri="{FF2B5EF4-FFF2-40B4-BE49-F238E27FC236}">
                <a16:creationId xmlns:a16="http://schemas.microsoft.com/office/drawing/2014/main" id="{A7E397A7-801F-B159-233B-67453931B2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a:extLst>
              <a:ext uri="{FF2B5EF4-FFF2-40B4-BE49-F238E27FC236}">
                <a16:creationId xmlns:a16="http://schemas.microsoft.com/office/drawing/2014/main" id="{02DDEC6A-6C9C-B9D3-71DC-AACE3176C2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0423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a:extLst>
            <a:ext uri="{FF2B5EF4-FFF2-40B4-BE49-F238E27FC236}">
              <a16:creationId xmlns:a16="http://schemas.microsoft.com/office/drawing/2014/main" id="{2F78FC41-06D0-09FC-1633-6FEBF9B18D85}"/>
            </a:ext>
          </a:extLst>
        </p:cNvPr>
        <p:cNvGrpSpPr/>
        <p:nvPr/>
      </p:nvGrpSpPr>
      <p:grpSpPr>
        <a:xfrm>
          <a:off x="0" y="0"/>
          <a:ext cx="0" cy="0"/>
          <a:chOff x="0" y="0"/>
          <a:chExt cx="0" cy="0"/>
        </a:xfrm>
      </p:grpSpPr>
      <p:sp>
        <p:nvSpPr>
          <p:cNvPr id="39" name="Google Shape;39;p1:notes">
            <a:extLst>
              <a:ext uri="{FF2B5EF4-FFF2-40B4-BE49-F238E27FC236}">
                <a16:creationId xmlns:a16="http://schemas.microsoft.com/office/drawing/2014/main" id="{CEF644CB-B374-1258-ACDE-268FC871BF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a:extLst>
              <a:ext uri="{FF2B5EF4-FFF2-40B4-BE49-F238E27FC236}">
                <a16:creationId xmlns:a16="http://schemas.microsoft.com/office/drawing/2014/main" id="{9F6DFB8C-F458-AC88-2E6E-257D1395A5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68521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a:extLst>
            <a:ext uri="{FF2B5EF4-FFF2-40B4-BE49-F238E27FC236}">
              <a16:creationId xmlns:a16="http://schemas.microsoft.com/office/drawing/2014/main" id="{30929656-F1DB-8EE6-A336-F9EBD2DF4192}"/>
            </a:ext>
          </a:extLst>
        </p:cNvPr>
        <p:cNvGrpSpPr/>
        <p:nvPr/>
      </p:nvGrpSpPr>
      <p:grpSpPr>
        <a:xfrm>
          <a:off x="0" y="0"/>
          <a:ext cx="0" cy="0"/>
          <a:chOff x="0" y="0"/>
          <a:chExt cx="0" cy="0"/>
        </a:xfrm>
      </p:grpSpPr>
      <p:sp>
        <p:nvSpPr>
          <p:cNvPr id="39" name="Google Shape;39;p1:notes">
            <a:extLst>
              <a:ext uri="{FF2B5EF4-FFF2-40B4-BE49-F238E27FC236}">
                <a16:creationId xmlns:a16="http://schemas.microsoft.com/office/drawing/2014/main" id="{CCBCED7E-CF10-4890-1C16-9611945E6D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a:extLst>
              <a:ext uri="{FF2B5EF4-FFF2-40B4-BE49-F238E27FC236}">
                <a16:creationId xmlns:a16="http://schemas.microsoft.com/office/drawing/2014/main" id="{D0C5F411-2CA0-5E10-3A03-C2CD785EBD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2883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a:extLst>
            <a:ext uri="{FF2B5EF4-FFF2-40B4-BE49-F238E27FC236}">
              <a16:creationId xmlns:a16="http://schemas.microsoft.com/office/drawing/2014/main" id="{03C60D87-B501-4B82-5A81-BED3AF3B0256}"/>
            </a:ext>
          </a:extLst>
        </p:cNvPr>
        <p:cNvGrpSpPr/>
        <p:nvPr/>
      </p:nvGrpSpPr>
      <p:grpSpPr>
        <a:xfrm>
          <a:off x="0" y="0"/>
          <a:ext cx="0" cy="0"/>
          <a:chOff x="0" y="0"/>
          <a:chExt cx="0" cy="0"/>
        </a:xfrm>
      </p:grpSpPr>
      <p:sp>
        <p:nvSpPr>
          <p:cNvPr id="39" name="Google Shape;39;p1:notes">
            <a:extLst>
              <a:ext uri="{FF2B5EF4-FFF2-40B4-BE49-F238E27FC236}">
                <a16:creationId xmlns:a16="http://schemas.microsoft.com/office/drawing/2014/main" id="{89377265-3EA0-C0CE-F938-74C4D809B4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a:extLst>
              <a:ext uri="{FF2B5EF4-FFF2-40B4-BE49-F238E27FC236}">
                <a16:creationId xmlns:a16="http://schemas.microsoft.com/office/drawing/2014/main" id="{DB8EF7E1-D89A-23EC-6B67-BBF314A205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69216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ype="obj">
  <p:cSld name="OBJECT">
    <p:bg>
      <p:bgPr>
        <a:solidFill>
          <a:srgbClr val="C2F970"/>
        </a:solidFill>
        <a:effectLst/>
      </p:bgPr>
    </p:bg>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1815350" y="6970050"/>
            <a:ext cx="15471000" cy="1815300"/>
          </a:xfrm>
          <a:prstGeom prst="rect">
            <a:avLst/>
          </a:prstGeom>
        </p:spPr>
        <p:txBody>
          <a:bodyPr spcFirstLastPara="1" wrap="square" lIns="0" tIns="0" rIns="0" bIns="0" anchor="t" anchorCtr="0">
            <a:noAutofit/>
          </a:bodyPr>
          <a:lstStyle>
            <a:lvl1pPr lvl="0" algn="r">
              <a:spcBef>
                <a:spcPts val="0"/>
              </a:spcBef>
              <a:spcAft>
                <a:spcPts val="0"/>
              </a:spcAft>
              <a:buClr>
                <a:srgbClr val="44344F"/>
              </a:buClr>
              <a:buSzPts val="14400"/>
              <a:buNone/>
              <a:defRPr>
                <a:solidFill>
                  <a:srgbClr val="44344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3" name="Google Shape;23;p4"/>
          <p:cNvCxnSpPr/>
          <p:nvPr/>
        </p:nvCxnSpPr>
        <p:spPr>
          <a:xfrm rot="10800000">
            <a:off x="1009650" y="0"/>
            <a:ext cx="0" cy="10287000"/>
          </a:xfrm>
          <a:prstGeom prst="straightConnector1">
            <a:avLst/>
          </a:prstGeom>
          <a:noFill/>
          <a:ln w="38100" cap="flat" cmpd="sng">
            <a:solidFill>
              <a:srgbClr val="44344F"/>
            </a:solidFill>
            <a:prstDash val="solid"/>
            <a:round/>
            <a:headEnd type="none" w="sm" len="sm"/>
            <a:tailEnd type="none" w="sm" len="sm"/>
          </a:ln>
        </p:spPr>
      </p:cxnSp>
      <p:cxnSp>
        <p:nvCxnSpPr>
          <p:cNvPr id="24" name="Google Shape;24;p4"/>
          <p:cNvCxnSpPr/>
          <p:nvPr/>
        </p:nvCxnSpPr>
        <p:spPr>
          <a:xfrm rot="10800000">
            <a:off x="0" y="9258300"/>
            <a:ext cx="18288000" cy="0"/>
          </a:xfrm>
          <a:prstGeom prst="straightConnector1">
            <a:avLst/>
          </a:prstGeom>
          <a:noFill/>
          <a:ln w="38100" cap="flat" cmpd="sng">
            <a:solidFill>
              <a:srgbClr val="44344F"/>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Gallery" type="secHead">
  <p:cSld name="SECTION_HEADER">
    <p:spTree>
      <p:nvGrpSpPr>
        <p:cNvPr id="1" name="Shape 25"/>
        <p:cNvGrpSpPr/>
        <p:nvPr/>
      </p:nvGrpSpPr>
      <p:grpSpPr>
        <a:xfrm>
          <a:off x="0" y="0"/>
          <a:ext cx="0" cy="0"/>
          <a:chOff x="0" y="0"/>
          <a:chExt cx="0" cy="0"/>
        </a:xfrm>
      </p:grpSpPr>
      <p:sp>
        <p:nvSpPr>
          <p:cNvPr id="26" name="Google Shape;26;p5"/>
          <p:cNvSpPr>
            <a:spLocks noGrp="1"/>
          </p:cNvSpPr>
          <p:nvPr>
            <p:ph type="pic" idx="2"/>
          </p:nvPr>
        </p:nvSpPr>
        <p:spPr>
          <a:xfrm>
            <a:off x="1512800" y="3065925"/>
            <a:ext cx="3735000" cy="5595900"/>
          </a:xfrm>
          <a:prstGeom prst="rect">
            <a:avLst/>
          </a:prstGeom>
          <a:noFill/>
          <a:ln w="19050" cap="flat" cmpd="sng">
            <a:solidFill>
              <a:srgbClr val="C2F970"/>
            </a:solidFill>
            <a:prstDash val="solid"/>
            <a:round/>
            <a:headEnd type="none" w="sm" len="sm"/>
            <a:tailEnd type="none" w="sm" len="sm"/>
          </a:ln>
        </p:spPr>
      </p:sp>
      <p:sp>
        <p:nvSpPr>
          <p:cNvPr id="27" name="Google Shape;27;p5"/>
          <p:cNvSpPr>
            <a:spLocks noGrp="1"/>
          </p:cNvSpPr>
          <p:nvPr>
            <p:ph type="pic" idx="3"/>
          </p:nvPr>
        </p:nvSpPr>
        <p:spPr>
          <a:xfrm>
            <a:off x="5602888" y="3076200"/>
            <a:ext cx="3735000" cy="5595900"/>
          </a:xfrm>
          <a:prstGeom prst="rect">
            <a:avLst/>
          </a:prstGeom>
          <a:noFill/>
          <a:ln w="19050" cap="flat" cmpd="sng">
            <a:solidFill>
              <a:srgbClr val="C2F970"/>
            </a:solidFill>
            <a:prstDash val="solid"/>
            <a:round/>
            <a:headEnd type="none" w="sm" len="sm"/>
            <a:tailEnd type="none" w="sm" len="sm"/>
          </a:ln>
        </p:spPr>
      </p:sp>
      <p:sp>
        <p:nvSpPr>
          <p:cNvPr id="28" name="Google Shape;28;p5"/>
          <p:cNvSpPr>
            <a:spLocks noGrp="1"/>
          </p:cNvSpPr>
          <p:nvPr>
            <p:ph type="pic" idx="4"/>
          </p:nvPr>
        </p:nvSpPr>
        <p:spPr>
          <a:xfrm>
            <a:off x="9717500" y="3071063"/>
            <a:ext cx="3735000" cy="5595900"/>
          </a:xfrm>
          <a:prstGeom prst="rect">
            <a:avLst/>
          </a:prstGeom>
          <a:noFill/>
          <a:ln w="19050" cap="flat" cmpd="sng">
            <a:solidFill>
              <a:srgbClr val="C2F970"/>
            </a:solidFill>
            <a:prstDash val="solid"/>
            <a:round/>
            <a:headEnd type="none" w="sm" len="sm"/>
            <a:tailEnd type="none" w="sm" len="sm"/>
          </a:ln>
        </p:spPr>
      </p:sp>
      <p:sp>
        <p:nvSpPr>
          <p:cNvPr id="29" name="Google Shape;29;p5"/>
          <p:cNvSpPr>
            <a:spLocks noGrp="1"/>
          </p:cNvSpPr>
          <p:nvPr>
            <p:ph type="pic" idx="5"/>
          </p:nvPr>
        </p:nvSpPr>
        <p:spPr>
          <a:xfrm>
            <a:off x="13807588" y="3081338"/>
            <a:ext cx="3735000" cy="5595900"/>
          </a:xfrm>
          <a:prstGeom prst="rect">
            <a:avLst/>
          </a:prstGeom>
          <a:noFill/>
          <a:ln w="19050" cap="flat" cmpd="sng">
            <a:solidFill>
              <a:srgbClr val="C2F970"/>
            </a:solidFill>
            <a:prstDash val="solid"/>
            <a:round/>
            <a:headEnd type="none" w="sm" len="sm"/>
            <a:tailEnd type="none" w="sm" len="sm"/>
          </a:ln>
        </p:spPr>
      </p:sp>
      <p:cxnSp>
        <p:nvCxnSpPr>
          <p:cNvPr id="30" name="Google Shape;30;p5"/>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31" name="Google Shape;31;p5"/>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type="twoObj">
  <p:cSld name="TWO_OBJECTS">
    <p:spTree>
      <p:nvGrpSpPr>
        <p:cNvPr id="1" name="Shape 32"/>
        <p:cNvGrpSpPr/>
        <p:nvPr/>
      </p:nvGrpSpPr>
      <p:grpSpPr>
        <a:xfrm>
          <a:off x="0" y="0"/>
          <a:ext cx="0" cy="0"/>
          <a:chOff x="0" y="0"/>
          <a:chExt cx="0" cy="0"/>
        </a:xfrm>
      </p:grpSpPr>
      <p:sp>
        <p:nvSpPr>
          <p:cNvPr id="33" name="Google Shape;33;p6"/>
          <p:cNvSpPr>
            <a:spLocks noGrp="1"/>
          </p:cNvSpPr>
          <p:nvPr>
            <p:ph type="pic" idx="2"/>
          </p:nvPr>
        </p:nvSpPr>
        <p:spPr>
          <a:xfrm>
            <a:off x="1756050" y="1082375"/>
            <a:ext cx="6483000" cy="5017200"/>
          </a:xfrm>
          <a:prstGeom prst="rect">
            <a:avLst/>
          </a:prstGeom>
          <a:noFill/>
          <a:ln w="19050" cap="flat" cmpd="sng">
            <a:solidFill>
              <a:srgbClr val="C2F970"/>
            </a:solidFill>
            <a:prstDash val="solid"/>
            <a:round/>
            <a:headEnd type="none" w="sm" len="sm"/>
            <a:tailEnd type="none" w="sm" len="sm"/>
          </a:ln>
        </p:spPr>
      </p:sp>
      <p:sp>
        <p:nvSpPr>
          <p:cNvPr id="34" name="Google Shape;34;p6"/>
          <p:cNvSpPr>
            <a:spLocks noGrp="1"/>
          </p:cNvSpPr>
          <p:nvPr>
            <p:ph type="pic" idx="3"/>
          </p:nvPr>
        </p:nvSpPr>
        <p:spPr>
          <a:xfrm>
            <a:off x="1756050" y="6297875"/>
            <a:ext cx="3077700" cy="2554500"/>
          </a:xfrm>
          <a:prstGeom prst="rect">
            <a:avLst/>
          </a:prstGeom>
          <a:noFill/>
          <a:ln w="19050" cap="flat" cmpd="sng">
            <a:solidFill>
              <a:srgbClr val="C2F970"/>
            </a:solidFill>
            <a:prstDash val="solid"/>
            <a:round/>
            <a:headEnd type="none" w="sm" len="sm"/>
            <a:tailEnd type="none" w="sm" len="sm"/>
          </a:ln>
        </p:spPr>
      </p:sp>
      <p:sp>
        <p:nvSpPr>
          <p:cNvPr id="35" name="Google Shape;35;p6"/>
          <p:cNvSpPr>
            <a:spLocks noGrp="1"/>
          </p:cNvSpPr>
          <p:nvPr>
            <p:ph type="pic" idx="4"/>
          </p:nvPr>
        </p:nvSpPr>
        <p:spPr>
          <a:xfrm>
            <a:off x="5138888" y="6288525"/>
            <a:ext cx="3077700" cy="2554500"/>
          </a:xfrm>
          <a:prstGeom prst="rect">
            <a:avLst/>
          </a:prstGeom>
          <a:noFill/>
          <a:ln w="19050" cap="flat" cmpd="sng">
            <a:solidFill>
              <a:srgbClr val="C2F970"/>
            </a:solidFill>
            <a:prstDash val="solid"/>
            <a:round/>
            <a:headEnd type="none" w="sm" len="sm"/>
            <a:tailEnd type="none" w="sm" len="sm"/>
          </a:ln>
        </p:spPr>
      </p:sp>
      <p:cxnSp>
        <p:nvCxnSpPr>
          <p:cNvPr id="36" name="Google Shape;36;p6"/>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37" name="Google Shape;37;p6"/>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0" tIns="0" rIns="0" bIns="0" anchor="ctr" anchorCtr="0">
            <a:noAutofit/>
          </a:bodyPr>
          <a:lstStyle>
            <a:lvl1pPr marR="0" lvl="0" algn="ctr" rtl="0">
              <a:lnSpc>
                <a:spcPct val="70000"/>
              </a:lnSpc>
              <a:spcBef>
                <a:spcPts val="0"/>
              </a:spcBef>
              <a:spcAft>
                <a:spcPts val="0"/>
              </a:spcAft>
              <a:buClr>
                <a:srgbClr val="C2F970"/>
              </a:buClr>
              <a:buSzPts val="14400"/>
              <a:buFont typeface="Darker Grotesque"/>
              <a:buNone/>
              <a:defRPr sz="14400" i="0" u="none" strike="noStrike" cap="none">
                <a:solidFill>
                  <a:srgbClr val="C2F970"/>
                </a:solidFill>
                <a:latin typeface="Darker Grotesque"/>
                <a:ea typeface="Darker Grotesque"/>
                <a:cs typeface="Darker Grotesque"/>
                <a:sym typeface="Darker Grotesq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0" tIns="0" rIns="0" bIns="0" anchor="t" anchorCtr="0">
            <a:noAutofit/>
          </a:bodyPr>
          <a:lstStyle>
            <a:lvl1pPr marL="457200" marR="0" lvl="0" indent="-431800" algn="l" rtl="0">
              <a:spcBef>
                <a:spcPts val="640"/>
              </a:spcBef>
              <a:spcAft>
                <a:spcPts val="0"/>
              </a:spcAft>
              <a:buClr>
                <a:schemeClr val="lt1"/>
              </a:buClr>
              <a:buSzPts val="3200"/>
              <a:buFont typeface="Darker Grotesque Light"/>
              <a:buChar char="•"/>
              <a:defRPr sz="3200" i="0" u="none" strike="noStrike" cap="none">
                <a:solidFill>
                  <a:schemeClr val="lt1"/>
                </a:solidFill>
                <a:latin typeface="Darker Grotesque Light"/>
                <a:ea typeface="Darker Grotesque Light"/>
                <a:cs typeface="Darker Grotesque Light"/>
                <a:sym typeface="Darker Grotesque Light"/>
              </a:defRPr>
            </a:lvl1pPr>
            <a:lvl2pPr marL="914400" marR="0" lvl="1" indent="-406400" algn="l" rtl="0">
              <a:spcBef>
                <a:spcPts val="560"/>
              </a:spcBef>
              <a:spcAft>
                <a:spcPts val="0"/>
              </a:spcAft>
              <a:buClr>
                <a:schemeClr val="lt1"/>
              </a:buClr>
              <a:buSzPts val="2800"/>
              <a:buFont typeface="Darker Grotesque Light"/>
              <a:buChar char="–"/>
              <a:defRPr sz="2800" i="0" u="none" strike="noStrike" cap="none">
                <a:solidFill>
                  <a:schemeClr val="lt1"/>
                </a:solidFill>
                <a:latin typeface="Darker Grotesque Light"/>
                <a:ea typeface="Darker Grotesque Light"/>
                <a:cs typeface="Darker Grotesque Light"/>
                <a:sym typeface="Darker Grotesque Light"/>
              </a:defRPr>
            </a:lvl2pPr>
            <a:lvl3pPr marL="1371600" marR="0" lvl="2" indent="-381000" algn="l" rtl="0">
              <a:spcBef>
                <a:spcPts val="480"/>
              </a:spcBef>
              <a:spcAft>
                <a:spcPts val="0"/>
              </a:spcAft>
              <a:buClr>
                <a:schemeClr val="lt1"/>
              </a:buClr>
              <a:buSzPts val="2400"/>
              <a:buFont typeface="Darker Grotesque Light"/>
              <a:buChar char="•"/>
              <a:defRPr sz="2400" i="0" u="none" strike="noStrike" cap="none">
                <a:solidFill>
                  <a:schemeClr val="lt1"/>
                </a:solidFill>
                <a:latin typeface="Darker Grotesque Light"/>
                <a:ea typeface="Darker Grotesque Light"/>
                <a:cs typeface="Darker Grotesque Light"/>
                <a:sym typeface="Darker Grotesque Light"/>
              </a:defRPr>
            </a:lvl3pPr>
            <a:lvl4pPr marL="1828800" marR="0" lvl="3"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4pPr>
            <a:lvl5pPr marL="2286000" marR="0" lvl="4"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5pPr>
            <a:lvl6pPr marL="2743200" marR="0" lvl="5"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6pPr>
            <a:lvl7pPr marL="3200400" marR="0" lvl="6"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7pPr>
            <a:lvl8pPr marL="3657600" marR="0" lvl="7"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8pPr>
            <a:lvl9pPr marL="4114800" marR="0" lvl="8"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41"/>
        <p:cNvGrpSpPr/>
        <p:nvPr/>
      </p:nvGrpSpPr>
      <p:grpSpPr>
        <a:xfrm>
          <a:off x="0" y="0"/>
          <a:ext cx="0" cy="0"/>
          <a:chOff x="0" y="0"/>
          <a:chExt cx="0" cy="0"/>
        </a:xfrm>
      </p:grpSpPr>
      <p:sp>
        <p:nvSpPr>
          <p:cNvPr id="42" name="Google Shape;42;p7"/>
          <p:cNvSpPr txBox="1"/>
          <p:nvPr/>
        </p:nvSpPr>
        <p:spPr>
          <a:xfrm>
            <a:off x="1627983" y="3421134"/>
            <a:ext cx="15475556" cy="3545586"/>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14400" b="0" i="0" u="none" strike="noStrike" cap="none" dirty="0">
                <a:solidFill>
                  <a:srgbClr val="C2F970"/>
                </a:solidFill>
                <a:latin typeface="Darker Grotesque"/>
                <a:ea typeface="Darker Grotesque"/>
                <a:cs typeface="Darker Grotesque"/>
                <a:sym typeface="Darker Grotesque"/>
              </a:rPr>
              <a:t>Data Lake &amp;</a:t>
            </a:r>
          </a:p>
          <a:p>
            <a:pPr marL="0" marR="0" lvl="0" indent="0" algn="l" rtl="0">
              <a:lnSpc>
                <a:spcPct val="80000"/>
              </a:lnSpc>
              <a:spcBef>
                <a:spcPts val="0"/>
              </a:spcBef>
              <a:spcAft>
                <a:spcPts val="0"/>
              </a:spcAft>
              <a:buNone/>
            </a:pPr>
            <a:r>
              <a:rPr lang="en-US" sz="14400" b="0" i="0" u="none" strike="noStrike" cap="none" dirty="0">
                <a:solidFill>
                  <a:srgbClr val="C2F970"/>
                </a:solidFill>
                <a:latin typeface="Darker Grotesque"/>
                <a:ea typeface="Darker Grotesque"/>
                <a:cs typeface="Darker Grotesque"/>
                <a:sym typeface="Darker Grotesque"/>
              </a:rPr>
              <a:t>Data Warehouse</a:t>
            </a:r>
          </a:p>
        </p:txBody>
      </p:sp>
      <p:cxnSp>
        <p:nvCxnSpPr>
          <p:cNvPr id="44" name="Google Shape;44;p7"/>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45" name="Google Shape;45;p7"/>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41">
          <a:extLst>
            <a:ext uri="{FF2B5EF4-FFF2-40B4-BE49-F238E27FC236}">
              <a16:creationId xmlns:a16="http://schemas.microsoft.com/office/drawing/2014/main" id="{398B5876-8EC7-A184-F7E6-3B3DB4476BD5}"/>
            </a:ext>
          </a:extLst>
        </p:cNvPr>
        <p:cNvGrpSpPr/>
        <p:nvPr/>
      </p:nvGrpSpPr>
      <p:grpSpPr>
        <a:xfrm>
          <a:off x="0" y="0"/>
          <a:ext cx="0" cy="0"/>
          <a:chOff x="0" y="0"/>
          <a:chExt cx="0" cy="0"/>
        </a:xfrm>
      </p:grpSpPr>
      <p:cxnSp>
        <p:nvCxnSpPr>
          <p:cNvPr id="44" name="Google Shape;44;p7">
            <a:extLst>
              <a:ext uri="{FF2B5EF4-FFF2-40B4-BE49-F238E27FC236}">
                <a16:creationId xmlns:a16="http://schemas.microsoft.com/office/drawing/2014/main" id="{AC9E3C63-0FF2-E51C-22D4-08511EDBDE70}"/>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45" name="Google Shape;45;p7">
            <a:extLst>
              <a:ext uri="{FF2B5EF4-FFF2-40B4-BE49-F238E27FC236}">
                <a16:creationId xmlns:a16="http://schemas.microsoft.com/office/drawing/2014/main" id="{F5A5D8DE-704B-2914-75C5-0754E35E17A9}"/>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857EF9EF-AC1D-E13B-9A28-2F011DE6C477}"/>
              </a:ext>
            </a:extLst>
          </p:cNvPr>
          <p:cNvSpPr txBox="1"/>
          <p:nvPr/>
        </p:nvSpPr>
        <p:spPr>
          <a:xfrm>
            <a:off x="2811809" y="3090267"/>
            <a:ext cx="12664382" cy="430887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i="0" u="none" strike="noStrike" cap="none" dirty="0">
                <a:solidFill>
                  <a:srgbClr val="FFFFFF"/>
                </a:solidFill>
                <a:latin typeface="Darker Grotesque Light"/>
                <a:ea typeface="Darker Grotesque Light"/>
                <a:cs typeface="Darker Grotesque Light"/>
                <a:sym typeface="Darker Grotesque Light"/>
              </a:rPr>
              <a:t>A data lake is a centralized repository that allows you to store all your structured and unstructured data at any scale. You can store your data as-is, without having to first structure the data, and run different types of analytics—from dashboards and visualizations to big data processing, real-time analytics, and machine learning to guide better decisions.</a:t>
            </a:r>
            <a:endParaRPr lang="en-US" sz="2400" dirty="0">
              <a:latin typeface="Darker Grotesque Light"/>
              <a:ea typeface="Darker Grotesque Light"/>
              <a:cs typeface="Darker Grotesque Light"/>
              <a:sym typeface="Darker Grotesque Light"/>
            </a:endParaRPr>
          </a:p>
        </p:txBody>
      </p:sp>
      <p:sp>
        <p:nvSpPr>
          <p:cNvPr id="3" name="Google Shape;102;p11">
            <a:extLst>
              <a:ext uri="{FF2B5EF4-FFF2-40B4-BE49-F238E27FC236}">
                <a16:creationId xmlns:a16="http://schemas.microsoft.com/office/drawing/2014/main" id="{56FD344F-3FFD-3244-81F1-17A17DADA194}"/>
              </a:ext>
            </a:extLst>
          </p:cNvPr>
          <p:cNvSpPr txBox="1"/>
          <p:nvPr/>
        </p:nvSpPr>
        <p:spPr>
          <a:xfrm>
            <a:off x="1736043" y="1852910"/>
            <a:ext cx="7058330" cy="61555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i="0" u="none" strike="noStrike" cap="none" dirty="0">
                <a:solidFill>
                  <a:srgbClr val="FFFFFF"/>
                </a:solidFill>
                <a:latin typeface="Darker Grotesque Light"/>
                <a:ea typeface="Darker Grotesque Light"/>
                <a:cs typeface="Darker Grotesque Light"/>
                <a:sym typeface="Darker Grotesque Light"/>
              </a:rPr>
              <a:t>What is a data lake?</a:t>
            </a:r>
            <a:endParaRPr lang="en-US" sz="2400" dirty="0">
              <a:latin typeface="Darker Grotesque Light"/>
              <a:ea typeface="Darker Grotesque Light"/>
              <a:cs typeface="Darker Grotesque Light"/>
              <a:sym typeface="Darker Grotesque Light"/>
            </a:endParaRPr>
          </a:p>
        </p:txBody>
      </p:sp>
    </p:spTree>
    <p:extLst>
      <p:ext uri="{BB962C8B-B14F-4D97-AF65-F5344CB8AC3E}">
        <p14:creationId xmlns:p14="http://schemas.microsoft.com/office/powerpoint/2010/main" val="1219448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41">
          <a:extLst>
            <a:ext uri="{FF2B5EF4-FFF2-40B4-BE49-F238E27FC236}">
              <a16:creationId xmlns:a16="http://schemas.microsoft.com/office/drawing/2014/main" id="{2EEE42E2-C548-0F5F-D656-37947F3ED1AB}"/>
            </a:ext>
          </a:extLst>
        </p:cNvPr>
        <p:cNvGrpSpPr/>
        <p:nvPr/>
      </p:nvGrpSpPr>
      <p:grpSpPr>
        <a:xfrm>
          <a:off x="0" y="0"/>
          <a:ext cx="0" cy="0"/>
          <a:chOff x="0" y="0"/>
          <a:chExt cx="0" cy="0"/>
        </a:xfrm>
      </p:grpSpPr>
      <p:cxnSp>
        <p:nvCxnSpPr>
          <p:cNvPr id="44" name="Google Shape;44;p7">
            <a:extLst>
              <a:ext uri="{FF2B5EF4-FFF2-40B4-BE49-F238E27FC236}">
                <a16:creationId xmlns:a16="http://schemas.microsoft.com/office/drawing/2014/main" id="{4EBE69F1-D737-0F2B-BF7E-722D72A6E723}"/>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45" name="Google Shape;45;p7">
            <a:extLst>
              <a:ext uri="{FF2B5EF4-FFF2-40B4-BE49-F238E27FC236}">
                <a16:creationId xmlns:a16="http://schemas.microsoft.com/office/drawing/2014/main" id="{65F4080E-D2D6-6623-4971-B2A9183E37E1}"/>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pic>
        <p:nvPicPr>
          <p:cNvPr id="1028" name="Picture 4" descr="Azure Data Lake Storage: A Comprehensive Guide | by Amit Joshi | Medium">
            <a:extLst>
              <a:ext uri="{FF2B5EF4-FFF2-40B4-BE49-F238E27FC236}">
                <a16:creationId xmlns:a16="http://schemas.microsoft.com/office/drawing/2014/main" id="{3F37A8B3-F72A-8EC6-7FA6-5D4A336849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18059" y="3182458"/>
            <a:ext cx="3771900" cy="280987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4BB90A10-2412-78EE-E2FD-CDDC27062752}"/>
              </a:ext>
            </a:extLst>
          </p:cNvPr>
          <p:cNvPicPr>
            <a:picLocks noChangeAspect="1"/>
          </p:cNvPicPr>
          <p:nvPr/>
        </p:nvPicPr>
        <p:blipFill>
          <a:blip r:embed="rId4"/>
          <a:stretch>
            <a:fillRect/>
          </a:stretch>
        </p:blipFill>
        <p:spPr>
          <a:xfrm>
            <a:off x="2506830" y="3114561"/>
            <a:ext cx="6287543" cy="2945671"/>
          </a:xfrm>
          <a:prstGeom prst="rect">
            <a:avLst/>
          </a:prstGeom>
        </p:spPr>
      </p:pic>
    </p:spTree>
    <p:extLst>
      <p:ext uri="{BB962C8B-B14F-4D97-AF65-F5344CB8AC3E}">
        <p14:creationId xmlns:p14="http://schemas.microsoft.com/office/powerpoint/2010/main" val="1178062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41">
          <a:extLst>
            <a:ext uri="{FF2B5EF4-FFF2-40B4-BE49-F238E27FC236}">
              <a16:creationId xmlns:a16="http://schemas.microsoft.com/office/drawing/2014/main" id="{91A616A7-CF55-9EAA-17FE-F590A0B52AE4}"/>
            </a:ext>
          </a:extLst>
        </p:cNvPr>
        <p:cNvGrpSpPr/>
        <p:nvPr/>
      </p:nvGrpSpPr>
      <p:grpSpPr>
        <a:xfrm>
          <a:off x="0" y="0"/>
          <a:ext cx="0" cy="0"/>
          <a:chOff x="0" y="0"/>
          <a:chExt cx="0" cy="0"/>
        </a:xfrm>
      </p:grpSpPr>
      <p:cxnSp>
        <p:nvCxnSpPr>
          <p:cNvPr id="44" name="Google Shape;44;p7">
            <a:extLst>
              <a:ext uri="{FF2B5EF4-FFF2-40B4-BE49-F238E27FC236}">
                <a16:creationId xmlns:a16="http://schemas.microsoft.com/office/drawing/2014/main" id="{C8F573D4-5309-6027-5EAE-BC1A715456C7}"/>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45" name="Google Shape;45;p7">
            <a:extLst>
              <a:ext uri="{FF2B5EF4-FFF2-40B4-BE49-F238E27FC236}">
                <a16:creationId xmlns:a16="http://schemas.microsoft.com/office/drawing/2014/main" id="{9BC1D570-4E91-33AC-EB3D-9B4FA5200710}"/>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0567ECAB-28A3-D5E9-9609-93E53FAE9401}"/>
              </a:ext>
            </a:extLst>
          </p:cNvPr>
          <p:cNvSpPr txBox="1"/>
          <p:nvPr/>
        </p:nvSpPr>
        <p:spPr>
          <a:xfrm>
            <a:off x="2811809" y="3090267"/>
            <a:ext cx="12664382" cy="307776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i="0" u="none" strike="noStrike" cap="none" dirty="0">
                <a:solidFill>
                  <a:srgbClr val="FFFFFF"/>
                </a:solidFill>
                <a:latin typeface="Darker Grotesque Light"/>
                <a:ea typeface="Darker Grotesque Light"/>
                <a:cs typeface="Darker Grotesque Light"/>
                <a:sym typeface="Darker Grotesque Light"/>
              </a:rPr>
              <a:t>A data warehouse is a central repository designed for storing and analyzing large amounts of data, particularly for business intelligence and analytics purposes. It consolidates data from various sources, making it accessible for reporting, analysis, and decision-making.</a:t>
            </a:r>
            <a:endParaRPr lang="en-US" sz="2400" dirty="0">
              <a:latin typeface="Darker Grotesque Light"/>
              <a:ea typeface="Darker Grotesque Light"/>
              <a:cs typeface="Darker Grotesque Light"/>
              <a:sym typeface="Darker Grotesque Light"/>
            </a:endParaRPr>
          </a:p>
        </p:txBody>
      </p:sp>
      <p:sp>
        <p:nvSpPr>
          <p:cNvPr id="3" name="Google Shape;102;p11">
            <a:extLst>
              <a:ext uri="{FF2B5EF4-FFF2-40B4-BE49-F238E27FC236}">
                <a16:creationId xmlns:a16="http://schemas.microsoft.com/office/drawing/2014/main" id="{FC291A44-79A6-6E2E-929F-E1993C124640}"/>
              </a:ext>
            </a:extLst>
          </p:cNvPr>
          <p:cNvSpPr txBox="1"/>
          <p:nvPr/>
        </p:nvSpPr>
        <p:spPr>
          <a:xfrm>
            <a:off x="1736043" y="1852910"/>
            <a:ext cx="7058330" cy="61555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i="0" u="none" strike="noStrike" cap="none" dirty="0">
                <a:solidFill>
                  <a:srgbClr val="FFFFFF"/>
                </a:solidFill>
                <a:latin typeface="Darker Grotesque Light"/>
                <a:ea typeface="Darker Grotesque Light"/>
                <a:cs typeface="Darker Grotesque Light"/>
                <a:sym typeface="Darker Grotesque Light"/>
              </a:rPr>
              <a:t>What is a data </a:t>
            </a:r>
            <a:r>
              <a:rPr lang="en-US" sz="4000" dirty="0">
                <a:solidFill>
                  <a:srgbClr val="FFFFFF"/>
                </a:solidFill>
                <a:latin typeface="Darker Grotesque Light"/>
                <a:ea typeface="Darker Grotesque Light"/>
                <a:cs typeface="Darker Grotesque Light"/>
                <a:sym typeface="Darker Grotesque Light"/>
              </a:rPr>
              <a:t>warehouse</a:t>
            </a:r>
            <a:r>
              <a:rPr lang="en-US" sz="4000" i="0" u="none" strike="noStrike" cap="none" dirty="0">
                <a:solidFill>
                  <a:srgbClr val="FFFFFF"/>
                </a:solidFill>
                <a:latin typeface="Darker Grotesque Light"/>
                <a:ea typeface="Darker Grotesque Light"/>
                <a:cs typeface="Darker Grotesque Light"/>
                <a:sym typeface="Darker Grotesque Light"/>
              </a:rPr>
              <a:t>?</a:t>
            </a:r>
            <a:endParaRPr lang="en-US" sz="2400" dirty="0">
              <a:latin typeface="Darker Grotesque Light"/>
              <a:ea typeface="Darker Grotesque Light"/>
              <a:cs typeface="Darker Grotesque Light"/>
              <a:sym typeface="Darker Grotesque Light"/>
            </a:endParaRPr>
          </a:p>
        </p:txBody>
      </p:sp>
    </p:spTree>
    <p:extLst>
      <p:ext uri="{BB962C8B-B14F-4D97-AF65-F5344CB8AC3E}">
        <p14:creationId xmlns:p14="http://schemas.microsoft.com/office/powerpoint/2010/main" val="117639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41">
          <a:extLst>
            <a:ext uri="{FF2B5EF4-FFF2-40B4-BE49-F238E27FC236}">
              <a16:creationId xmlns:a16="http://schemas.microsoft.com/office/drawing/2014/main" id="{E937D602-D319-B633-4627-42C4D93D2CE5}"/>
            </a:ext>
          </a:extLst>
        </p:cNvPr>
        <p:cNvGrpSpPr/>
        <p:nvPr/>
      </p:nvGrpSpPr>
      <p:grpSpPr>
        <a:xfrm>
          <a:off x="0" y="0"/>
          <a:ext cx="0" cy="0"/>
          <a:chOff x="0" y="0"/>
          <a:chExt cx="0" cy="0"/>
        </a:xfrm>
      </p:grpSpPr>
      <p:cxnSp>
        <p:nvCxnSpPr>
          <p:cNvPr id="44" name="Google Shape;44;p7">
            <a:extLst>
              <a:ext uri="{FF2B5EF4-FFF2-40B4-BE49-F238E27FC236}">
                <a16:creationId xmlns:a16="http://schemas.microsoft.com/office/drawing/2014/main" id="{551B7C1B-D997-159A-F2B5-B4ECFBEF98AB}"/>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45" name="Google Shape;45;p7">
            <a:extLst>
              <a:ext uri="{FF2B5EF4-FFF2-40B4-BE49-F238E27FC236}">
                <a16:creationId xmlns:a16="http://schemas.microsoft.com/office/drawing/2014/main" id="{11438219-FAE6-B8E9-0A01-DC67E1377BFC}"/>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pic>
        <p:nvPicPr>
          <p:cNvPr id="2050" name="Picture 2" descr="Amazon Redshift: Amazon Redshift's features, advantages, and use cases | by  Chirayu shah | Medium">
            <a:extLst>
              <a:ext uri="{FF2B5EF4-FFF2-40B4-BE49-F238E27FC236}">
                <a16:creationId xmlns:a16="http://schemas.microsoft.com/office/drawing/2014/main" id="{89686C3D-ADD2-F95B-2F96-6825F55D91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8493" y="2022229"/>
            <a:ext cx="5531465" cy="310993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Google BigQuery: A Tutorial for Marketers | CXL">
            <a:extLst>
              <a:ext uri="{FF2B5EF4-FFF2-40B4-BE49-F238E27FC236}">
                <a16:creationId xmlns:a16="http://schemas.microsoft.com/office/drawing/2014/main" id="{D247C033-DD91-DDBE-5C87-D69191A485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36181" y="2022229"/>
            <a:ext cx="5522817" cy="310993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Azure Synapse Analytics, Synapse basic , AzureSynapse">
            <a:extLst>
              <a:ext uri="{FF2B5EF4-FFF2-40B4-BE49-F238E27FC236}">
                <a16:creationId xmlns:a16="http://schemas.microsoft.com/office/drawing/2014/main" id="{5DFAA6CE-7DF0-9964-77C7-746F99EACD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00724" y="5574558"/>
            <a:ext cx="5400671" cy="30387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1123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41">
          <a:extLst>
            <a:ext uri="{FF2B5EF4-FFF2-40B4-BE49-F238E27FC236}">
              <a16:creationId xmlns:a16="http://schemas.microsoft.com/office/drawing/2014/main" id="{F6A01BC0-F472-814A-1A4A-39DFB690706E}"/>
            </a:ext>
          </a:extLst>
        </p:cNvPr>
        <p:cNvGrpSpPr/>
        <p:nvPr/>
      </p:nvGrpSpPr>
      <p:grpSpPr>
        <a:xfrm>
          <a:off x="0" y="0"/>
          <a:ext cx="0" cy="0"/>
          <a:chOff x="0" y="0"/>
          <a:chExt cx="0" cy="0"/>
        </a:xfrm>
      </p:grpSpPr>
      <p:cxnSp>
        <p:nvCxnSpPr>
          <p:cNvPr id="44" name="Google Shape;44;p7">
            <a:extLst>
              <a:ext uri="{FF2B5EF4-FFF2-40B4-BE49-F238E27FC236}">
                <a16:creationId xmlns:a16="http://schemas.microsoft.com/office/drawing/2014/main" id="{9A472537-B5E2-FA01-73E5-BDD9D1FBBBB1}"/>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45" name="Google Shape;45;p7">
            <a:extLst>
              <a:ext uri="{FF2B5EF4-FFF2-40B4-BE49-F238E27FC236}">
                <a16:creationId xmlns:a16="http://schemas.microsoft.com/office/drawing/2014/main" id="{8D62B2AA-6512-5AEC-C00D-481DB7A2CCDE}"/>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102;p11">
            <a:extLst>
              <a:ext uri="{FF2B5EF4-FFF2-40B4-BE49-F238E27FC236}">
                <a16:creationId xmlns:a16="http://schemas.microsoft.com/office/drawing/2014/main" id="{EA83F2DF-22EB-F2AB-1252-8FF995F6234C}"/>
              </a:ext>
            </a:extLst>
          </p:cNvPr>
          <p:cNvSpPr txBox="1"/>
          <p:nvPr/>
        </p:nvSpPr>
        <p:spPr>
          <a:xfrm>
            <a:off x="1736043" y="1542693"/>
            <a:ext cx="7058330" cy="61555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dirty="0">
                <a:solidFill>
                  <a:srgbClr val="FFFFFF"/>
                </a:solidFill>
                <a:latin typeface="Darker Grotesque Light"/>
                <a:ea typeface="Darker Grotesque Light"/>
                <a:cs typeface="Darker Grotesque Light"/>
                <a:sym typeface="Darker Grotesque Light"/>
              </a:rPr>
              <a:t>Data warehouse act</a:t>
            </a:r>
            <a:endParaRPr lang="en-US" sz="2400" dirty="0">
              <a:latin typeface="Darker Grotesque Light"/>
              <a:ea typeface="Darker Grotesque Light"/>
              <a:cs typeface="Darker Grotesque Light"/>
              <a:sym typeface="Darker Grotesque Light"/>
            </a:endParaRPr>
          </a:p>
        </p:txBody>
      </p:sp>
      <p:pic>
        <p:nvPicPr>
          <p:cNvPr id="7" name="Picture 6">
            <a:extLst>
              <a:ext uri="{FF2B5EF4-FFF2-40B4-BE49-F238E27FC236}">
                <a16:creationId xmlns:a16="http://schemas.microsoft.com/office/drawing/2014/main" id="{729240B4-9891-B437-25A5-28041528BC13}"/>
              </a:ext>
            </a:extLst>
          </p:cNvPr>
          <p:cNvPicPr>
            <a:picLocks noChangeAspect="1"/>
          </p:cNvPicPr>
          <p:nvPr/>
        </p:nvPicPr>
        <p:blipFill>
          <a:blip r:embed="rId3"/>
          <a:stretch>
            <a:fillRect/>
          </a:stretch>
        </p:blipFill>
        <p:spPr>
          <a:xfrm>
            <a:off x="3735892" y="2468463"/>
            <a:ext cx="10116962" cy="5553850"/>
          </a:xfrm>
          <a:prstGeom prst="rect">
            <a:avLst/>
          </a:prstGeom>
        </p:spPr>
      </p:pic>
    </p:spTree>
    <p:extLst>
      <p:ext uri="{BB962C8B-B14F-4D97-AF65-F5344CB8AC3E}">
        <p14:creationId xmlns:p14="http://schemas.microsoft.com/office/powerpoint/2010/main" val="40013582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262"/>
        <p:cNvGrpSpPr/>
        <p:nvPr/>
      </p:nvGrpSpPr>
      <p:grpSpPr>
        <a:xfrm>
          <a:off x="0" y="0"/>
          <a:ext cx="0" cy="0"/>
          <a:chOff x="0" y="0"/>
          <a:chExt cx="0" cy="0"/>
        </a:xfrm>
      </p:grpSpPr>
      <p:sp>
        <p:nvSpPr>
          <p:cNvPr id="263" name="Google Shape;263;p22"/>
          <p:cNvSpPr txBox="1"/>
          <p:nvPr/>
        </p:nvSpPr>
        <p:spPr>
          <a:xfrm>
            <a:off x="2511675" y="3767376"/>
            <a:ext cx="14274300" cy="2585323"/>
          </a:xfrm>
          <a:prstGeom prst="rect">
            <a:avLst/>
          </a:prstGeom>
          <a:noFill/>
          <a:ln>
            <a:noFill/>
          </a:ln>
        </p:spPr>
        <p:txBody>
          <a:bodyPr spcFirstLastPara="1" wrap="square" lIns="0" tIns="0" rIns="0" bIns="0" anchor="t" anchorCtr="0">
            <a:spAutoFit/>
          </a:bodyPr>
          <a:lstStyle/>
          <a:p>
            <a:pPr marL="0" marR="0" lvl="1" indent="0" algn="ctr" rtl="0">
              <a:lnSpc>
                <a:spcPct val="70000"/>
              </a:lnSpc>
              <a:spcBef>
                <a:spcPts val="0"/>
              </a:spcBef>
              <a:spcAft>
                <a:spcPts val="0"/>
              </a:spcAft>
              <a:buNone/>
            </a:pPr>
            <a:r>
              <a:rPr lang="en-US" sz="8000" i="0" u="none" strike="noStrike" cap="none" dirty="0">
                <a:solidFill>
                  <a:srgbClr val="C2F970"/>
                </a:solidFill>
                <a:latin typeface="Darker Grotesque Medium"/>
                <a:ea typeface="Darker Grotesque Medium"/>
                <a:cs typeface="Darker Grotesque Medium"/>
                <a:sym typeface="Darker Grotesque Medium"/>
              </a:rPr>
              <a:t>“Don't worry about failures, worry about the chances you miss when you don’t even try.”</a:t>
            </a:r>
            <a:endParaRPr lang="en-US" dirty="0">
              <a:latin typeface="Darker Grotesque Medium"/>
              <a:ea typeface="Darker Grotesque Medium"/>
              <a:cs typeface="Darker Grotesque Medium"/>
              <a:sym typeface="Darker Grotesque Medium"/>
            </a:endParaRPr>
          </a:p>
        </p:txBody>
      </p:sp>
      <p:sp>
        <p:nvSpPr>
          <p:cNvPr id="265" name="Google Shape;265;p22"/>
          <p:cNvSpPr txBox="1"/>
          <p:nvPr/>
        </p:nvSpPr>
        <p:spPr>
          <a:xfrm>
            <a:off x="8246756" y="2381637"/>
            <a:ext cx="2823300" cy="2315100"/>
          </a:xfrm>
          <a:prstGeom prst="rect">
            <a:avLst/>
          </a:prstGeom>
          <a:noFill/>
          <a:ln>
            <a:noFill/>
          </a:ln>
        </p:spPr>
        <p:txBody>
          <a:bodyPr spcFirstLastPara="1" wrap="square" lIns="0" tIns="0" rIns="0" bIns="0" anchor="t" anchorCtr="0">
            <a:spAutoFit/>
          </a:bodyPr>
          <a:lstStyle/>
          <a:p>
            <a:pPr marL="0" marR="0" lvl="1" indent="0" algn="ctr" rtl="0">
              <a:lnSpc>
                <a:spcPct val="70000"/>
              </a:lnSpc>
              <a:spcBef>
                <a:spcPts val="0"/>
              </a:spcBef>
              <a:spcAft>
                <a:spcPts val="0"/>
              </a:spcAft>
              <a:buNone/>
            </a:pPr>
            <a:r>
              <a:rPr lang="en-US" sz="21486" i="0" u="none" strike="noStrike" cap="none" dirty="0">
                <a:solidFill>
                  <a:srgbClr val="C2F970"/>
                </a:solidFill>
                <a:latin typeface="Darker Grotesque Medium"/>
                <a:ea typeface="Darker Grotesque Medium"/>
                <a:cs typeface="Darker Grotesque Medium"/>
                <a:sym typeface="Darker Grotesque Medium"/>
              </a:rPr>
              <a:t>“</a:t>
            </a:r>
            <a:endParaRPr dirty="0">
              <a:latin typeface="Darker Grotesque Medium"/>
              <a:ea typeface="Darker Grotesque Medium"/>
              <a:cs typeface="Darker Grotesque Medium"/>
              <a:sym typeface="Darker Grotesque Medium"/>
            </a:endParaRPr>
          </a:p>
        </p:txBody>
      </p:sp>
      <p:cxnSp>
        <p:nvCxnSpPr>
          <p:cNvPr id="266" name="Google Shape;266;p22"/>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267" name="Google Shape;267;p22"/>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transition>
    <p:fade/>
  </p:transition>
</p:sld>
</file>

<file path=ppt/theme/theme1.xml><?xml version="1.0" encoding="utf-8"?>
<a:theme xmlns:a="http://schemas.openxmlformats.org/drawingml/2006/main" name="Bold Minimal E-Commer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TotalTime>
  <Words>146</Words>
  <Application>Microsoft Office PowerPoint</Application>
  <PresentationFormat>Custom</PresentationFormat>
  <Paragraphs>9</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Darker Grotesque</vt:lpstr>
      <vt:lpstr>Darker Grotesque Light</vt:lpstr>
      <vt:lpstr>Darker Grotesque Medium</vt:lpstr>
      <vt:lpstr>Bold Minimal E-Commerce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Administrator</dc:creator>
  <cp:lastModifiedBy>Administrator</cp:lastModifiedBy>
  <cp:revision>6</cp:revision>
  <dcterms:modified xsi:type="dcterms:W3CDTF">2025-05-02T17:47:51Z</dcterms:modified>
</cp:coreProperties>
</file>